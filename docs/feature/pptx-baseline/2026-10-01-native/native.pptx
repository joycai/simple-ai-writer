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示例内容；图片路径相对于项目根目录。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09600" y="304800"/>
            <a:ext cx="609600" cy="38100"/>
          </a:xfrm>
          <a:prstGeom prst="rect">
            <a:avLst/>
          </a:prstGeom>
          <a:solidFill>
            <a:srgbClr val="1565C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09600" y="1930400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altLang="en-US" sz="3600" b="1" dirty="0">
                <a:solidFill>
                  <a:srgbClr val="172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原生演示</a:t>
            </a:r>
            <a:pPr indent="0" marL="0">
              <a:buNone/>
            </a:pPr>
            <a:r>
              <a:rPr lang="zh-CN" altLang="en-US" sz="36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Native slides</a:t>
            </a:r>
            <a:endParaRPr lang="zh-CN" sz="3600" dirty="0"/>
          </a:p>
        </p:txBody>
      </p:sp>
      <p:sp>
        <p:nvSpPr>
          <p:cNvPr id="5" name="Text 2"/>
          <p:cNvSpPr/>
          <p:nvPr/>
        </p:nvSpPr>
        <p:spPr>
          <a:xfrm>
            <a:off x="609600" y="3606800"/>
            <a:ext cx="10972800" cy="426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altLang="en-US" sz="2400" dirty="0">
                <a:solidFill>
                  <a:srgbClr val="172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内容与排版分离</a:t>
            </a:r>
            <a:endParaRPr lang="zh-CN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304800"/>
            <a:ext cx="609600" cy="38100"/>
          </a:xfrm>
          <a:prstGeom prst="rect">
            <a:avLst/>
          </a:prstGeom>
          <a:solidFill>
            <a:srgbClr val="1565C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457200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altLang="en-US" sz="3600" b="1" dirty="0">
                <a:solidFill>
                  <a:srgbClr val="172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目标</a:t>
            </a:r>
            <a:pPr indent="0" marL="0">
              <a:buNone/>
            </a:pPr>
            <a:r>
              <a:rPr lang="zh-CN" altLang="en-US" sz="36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Goals</a:t>
            </a:r>
            <a:endParaRPr lang="zh-CN" sz="3600" dirty="0"/>
          </a:p>
        </p:txBody>
      </p:sp>
      <p:sp>
        <p:nvSpPr>
          <p:cNvPr id="4" name="Text 2"/>
          <p:cNvSpPr/>
          <p:nvPr/>
        </p:nvSpPr>
        <p:spPr>
          <a:xfrm>
            <a:off x="685800" y="1981200"/>
            <a:ext cx="10896600" cy="426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zh-CN" altLang="en-US" sz="2400" dirty="0">
                <a:solidFill>
                  <a:srgbClr val="172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可编辑文字</a:t>
            </a:r>
            <a:endParaRPr lang="zh-CN" sz="2400" dirty="0"/>
          </a:p>
        </p:txBody>
      </p:sp>
      <p:sp>
        <p:nvSpPr>
          <p:cNvPr id="5" name="Text 3"/>
          <p:cNvSpPr/>
          <p:nvPr/>
        </p:nvSpPr>
        <p:spPr>
          <a:xfrm>
            <a:off x="685800" y="3403600"/>
            <a:ext cx="10896600" cy="426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zh-CN" altLang="en-US" sz="2400" dirty="0">
                <a:solidFill>
                  <a:srgbClr val="172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明确的字体要求</a:t>
            </a:r>
            <a:endParaRPr lang="zh-CN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4826000"/>
            <a:ext cx="10896600" cy="426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zh-CN" altLang="en-US" sz="2400" dirty="0">
                <a:solidFill>
                  <a:srgbClr val="172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可定位的校验错误</a:t>
            </a:r>
            <a:endParaRPr lang="zh-CN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304800"/>
            <a:ext cx="609600" cy="38100"/>
          </a:xfrm>
          <a:prstGeom prst="rect">
            <a:avLst/>
          </a:prstGeom>
          <a:solidFill>
            <a:srgbClr val="1565C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457200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altLang="en-US" sz="3600" b="1" dirty="0">
                <a:solidFill>
                  <a:srgbClr val="172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图片与说明</a:t>
            </a:r>
            <a:endParaRPr lang="zh-CN" sz="3600" dirty="0"/>
          </a:p>
        </p:txBody>
      </p:sp>
      <p:sp>
        <p:nvSpPr>
          <p:cNvPr id="4" name="Text 2"/>
          <p:cNvSpPr/>
          <p:nvPr/>
        </p:nvSpPr>
        <p:spPr>
          <a:xfrm>
            <a:off x="609600" y="2057400"/>
            <a:ext cx="4876800" cy="426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altLang="en-US" sz="2400" dirty="0">
                <a:solidFill>
                  <a:srgbClr val="172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保留原始比例，显式选择裁剪位</a:t>
            </a:r>
            <a:endParaRPr lang="zh-CN" sz="2400" dirty="0"/>
          </a:p>
        </p:txBody>
      </p:sp>
      <p:sp>
        <p:nvSpPr>
          <p:cNvPr id="5" name="Text 3"/>
          <p:cNvSpPr/>
          <p:nvPr/>
        </p:nvSpPr>
        <p:spPr>
          <a:xfrm>
            <a:off x="609600" y="2484120"/>
            <a:ext cx="4876800" cy="426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altLang="en-US" sz="2400" dirty="0">
                <a:solidFill>
                  <a:srgbClr val="172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置。</a:t>
            </a:r>
            <a:endParaRPr lang="zh-CN" sz="2400" dirty="0"/>
          </a:p>
        </p:txBody>
      </p:sp>
      <p:pic>
        <p:nvPicPr>
          <p:cNvPr id="6" name="Image 0" descr="应用标志">    </p:cNvPr>
          <p:cNvPicPr>
            <a:picLocks noChangeAspect="1"/>
          </p:cNvPicPr>
          <p:nvPr/>
        </p:nvPicPr>
        <p:blipFill>
          <a:blip r:embed="rId1"/>
          <a:srcRect l="0" r="0" t="12838" b="12838"/>
          <a:stretch/>
        </p:blipFill>
        <p:spPr>
          <a:xfrm>
            <a:off x="5943600" y="2057400"/>
            <a:ext cx="5638800" cy="4191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2026-10-01T09:04:22Z</dcterms:created>
  <dcterms:modified xsi:type="dcterms:W3CDTF">2026-10-01T09:04:22Z</dcterms:modified>
</cp:coreProperties>
</file>