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40741" y="1348740"/>
            <a:ext cx="5996635" cy="150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原生演示文稿</a:t>
            </a:r>
            <a:endParaRPr lang="en-US" sz="4800" dirty="0"/>
          </a:p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presentation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3178454"/>
            <a:ext cx="378561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中英混排 · Fonts &amp; positioning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2745" y="3807562"/>
            <a:ext cx="4839919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fixture — synthetic content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89865" y="615391"/>
            <a:ext cx="11308385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跨环境排版验证：较长的中文标题与 English text wrapping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31850" y="1492301"/>
            <a:ext cx="6759245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第一段保留中文标点、数字 2026 和 English words。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2120494"/>
            <a:ext cx="8094269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第二段包含 </a:t>
            </a:r>
            <a:pPr algn="l" indent="0" marL="0">
              <a:buNone/>
            </a:pPr>
            <a:r>
              <a:rPr lang="en-US" sz="21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加粗 emphasis</a:t>
            </a:r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与 </a:t>
            </a:r>
            <a:pPr algn="l" indent="0" marL="0">
              <a:buNone/>
            </a:pPr>
            <a:r>
              <a:rPr lang="en-US" sz="2100" i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斜体 italic</a:t>
            </a:r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，检查文字是否完整。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2142" y="2736799"/>
            <a:ext cx="498256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第三段用于确认段落间距与换行位置。</a:t>
            </a:r>
            <a:endParaRPr lang="en-US" sz="210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line must remain visible.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81889" y="615391"/>
            <a:ext cx="4523537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双栏对比 / Comparison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55955" y="1443838"/>
            <a:ext cx="19129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source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24866" y="2044598"/>
            <a:ext cx="30001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浏览器负责 CSS 布局。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5663" y="2672791"/>
            <a:ext cx="367588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检查字体、间距与文本换行。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48095" y="1443838"/>
            <a:ext cx="269199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output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245352" y="2044598"/>
            <a:ext cx="2790749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重新排版文字。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19749" y="2672791"/>
            <a:ext cx="367588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对象可编辑不等于外观一致。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88290" y="615391"/>
            <a:ext cx="4312310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图片裁剪 / Image crop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1452982"/>
            <a:ext cx="4572000" cy="3810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8154" y="1443838"/>
            <a:ext cx="23225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Object-fit: cover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243523" y="2044598"/>
            <a:ext cx="2836469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 480 × 400 区域。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172200" y="2659990"/>
            <a:ext cx="537210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检查图片是否存在、是否变形、裁剪范围是否一致。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22122" y="615391"/>
            <a:ext cx="3110789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指标卡 / Metrics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905" y="1452982"/>
            <a:ext cx="3353105" cy="1619402"/>
          </a:xfrm>
          <a:prstGeom prst="rect">
            <a:avLst/>
          </a:prstGeom>
          <a:solidFill>
            <a:srgbClr val="FFFFFF">
              <a:alpha val="0"/>
            </a:srgbClr>
          </a:solidFill>
          <a:ln w="571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730" y="1727302"/>
            <a:ext cx="107807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0410" y="2482596"/>
            <a:ext cx="2467051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样例数量 / Samples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419295" y="1452982"/>
            <a:ext cx="3353105" cy="1619402"/>
          </a:xfrm>
          <a:prstGeom prst="rect">
            <a:avLst/>
          </a:prstGeom>
          <a:solidFill>
            <a:srgbClr val="FFFFFF">
              <a:alpha val="0"/>
            </a:srgbClr>
          </a:solidFill>
          <a:ln w="571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2719" y="1727302"/>
            <a:ext cx="129296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62602" y="2482596"/>
            <a:ext cx="202631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样例比例 / Ratio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0" y="1452982"/>
            <a:ext cx="3353105" cy="1619402"/>
          </a:xfrm>
          <a:prstGeom prst="rect">
            <a:avLst/>
          </a:prstGeom>
          <a:solidFill>
            <a:srgbClr val="FFFFFF">
              <a:alpha val="0"/>
            </a:srgbClr>
          </a:solidFill>
          <a:ln w="571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3997" y="1727302"/>
            <a:ext cx="89885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70164" y="2482596"/>
            <a:ext cx="212049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样例时长 / Hours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2745" y="3720694"/>
            <a:ext cx="486552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values for layout testing only.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3542" y="615391"/>
            <a:ext cx="5528462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表格边界 / Table boundaries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19049" y="1462126"/>
            <a:ext cx="3651199" cy="647395"/>
          </a:xfrm>
          <a:prstGeom prst="rect">
            <a:avLst/>
          </a:prstGeom>
          <a:solidFill>
            <a:srgbClr val="DBEAFE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9983" y="1624889"/>
            <a:ext cx="1382573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 / Item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70248" y="1462126"/>
            <a:ext cx="3651199" cy="647395"/>
          </a:xfrm>
          <a:prstGeom prst="rect">
            <a:avLst/>
          </a:prstGeom>
          <a:solidFill>
            <a:srgbClr val="DBEAFE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4782" y="1624889"/>
            <a:ext cx="16175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 / Count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921447" y="1462126"/>
            <a:ext cx="3651199" cy="647395"/>
          </a:xfrm>
          <a:prstGeom prst="rect">
            <a:avLst/>
          </a:prstGeom>
          <a:solidFill>
            <a:srgbClr val="DBEAFE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76895" y="1624889"/>
            <a:ext cx="158648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 / Notes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9049" y="2109521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298" y="2273198"/>
            <a:ext cx="1131113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中文条目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270248" y="2109521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7700" y="2273198"/>
            <a:ext cx="47183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21447" y="2109521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7926" y="2273198"/>
            <a:ext cx="848563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第一行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9049" y="2757830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" y="2920594"/>
            <a:ext cx="1461211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row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270248" y="2757830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7700" y="2920594"/>
            <a:ext cx="47183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921447" y="2757830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5981" y="2920594"/>
            <a:ext cx="1634033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zero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19049" y="3405226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" y="3567989"/>
            <a:ext cx="139811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混排 Mixed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270248" y="3405226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4957" y="3567989"/>
            <a:ext cx="56601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921447" y="3405226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7926" y="3567989"/>
            <a:ext cx="848563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第三行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19049" y="4052621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5353" y="4216298"/>
            <a:ext cx="190103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最后一行 / Last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270248" y="4052621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9529" y="4216298"/>
            <a:ext cx="39319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7921447" y="4052621"/>
            <a:ext cx="3651199" cy="64739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7693" y="4216298"/>
            <a:ext cx="2261311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底部文字必须完整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40741" y="615391"/>
            <a:ext cx="5977433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 HTML 特效 / Legacy effects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1452982"/>
            <a:ext cx="10972800" cy="3105302"/>
          </a:xfrm>
          <a:prstGeom prst="rect">
            <a:avLst/>
          </a:prstGeom>
          <a:effectLst>
            <a:outerShdw sx="100000" sy="100000" kx="0" ky="0" algn="bl" rotWithShape="0" blurRad="228600" dist="190500" dir="3180000">
              <a:srgbClr val="172554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964692" y="2281428"/>
            <a:ext cx="361828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Gradient, radius, shadow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947318" y="2882189"/>
            <a:ext cx="4240987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伪元素标签应出现在浏览器图中。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77824" y="3511296"/>
            <a:ext cx="6709867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label, background, corners and shadow.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2026-10-01T08:07:58Z</dcterms:created>
  <dcterms:modified xsi:type="dcterms:W3CDTF">2026-10-01T08:07:58Z</dcterms:modified>
</cp:coreProperties>
</file>