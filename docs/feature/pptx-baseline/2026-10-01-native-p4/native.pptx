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示例内容；图片路径相对于项目根目录。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19304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原生演示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slides</a:t>
            </a:r>
            <a:endParaRPr lang="zh-CN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606800"/>
            <a:ext cx="10972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内容与排版分离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812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可编辑文字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036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明确的字体要求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可定位的校验错误</a:t>
            </a:r>
            <a:endParaRPr 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两种路线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83300" y="2057400"/>
            <a:ext cx="25400" cy="419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浏览器布局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转换 </a:t>
            </a:r>
            <a:r>
              <a:rPr lang="en-US" altLang="en-US" sz="2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64770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语义内容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64770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确定性排版</a:t>
            </a:r>
            <a:endParaRPr 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图片与说明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05740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保留原始比例，显式选择裁剪位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48412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置。</a:t>
            </a:r>
            <a:endParaRPr lang="zh-CN" sz="2400" dirty="0"/>
          </a:p>
        </p:txBody>
      </p:sp>
      <p:pic>
        <p:nvPicPr>
          <p:cNvPr id="6" name="Image 0" descr="应用标志">    </p:cNvPr>
          <p:cNvPicPr>
            <a:picLocks noChangeAspect="1"/>
          </p:cNvPicPr>
          <p:nvPr/>
        </p:nvPicPr>
        <p:blipFill>
          <a:blip r:embed="rId1"/>
          <a:srcRect l="0" r="0" t="12838" b="12838"/>
          <a:stretch/>
        </p:blipFill>
        <p:spPr>
          <a:xfrm>
            <a:off x="5943600" y="2057400"/>
            <a:ext cx="56388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96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09600" y="3390900"/>
            <a:ext cx="5334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首版目标</a:t>
            </a:r>
            <a:endParaRPr lang="zh-CN" sz="1800" dirty="0"/>
          </a:p>
        </p:txBody>
      </p:sp>
      <p:sp>
        <p:nvSpPr>
          <p:cNvPr id="8" name="Shape 6"/>
          <p:cNvSpPr/>
          <p:nvPr/>
        </p:nvSpPr>
        <p:spPr>
          <a:xfrm>
            <a:off x="62484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zh-CN" sz="3600" dirty="0"/>
          </a:p>
        </p:txBody>
      </p:sp>
      <p:sp>
        <p:nvSpPr>
          <p:cNvPr id="10" name="Text 8"/>
          <p:cNvSpPr/>
          <p:nvPr/>
        </p:nvSpPr>
        <p:spPr>
          <a:xfrm>
            <a:off x="62484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画幅</a:t>
            </a:r>
            <a:endParaRPr 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实施阶段</a:t>
            </a:r>
            <a:endParaRPr lang="zh-CN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57400"/>
          <a:ext cx="10972800" cy="209296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阶段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结果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数据契约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最小原生导出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六种布局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2026-10-01T10:41:51Z</dcterms:created>
  <dcterms:modified xsi:type="dcterms:W3CDTF">2026-10-01T10:41:51Z</dcterms:modified>
</cp:coreProperties>
</file>